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NSS 1052: institutional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Planning and Insight, 2 September 1052. For Senate and Faculties.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How to read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Finalists surveyed in 1051-52; published August 1052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Means on a 1 to 5 scale; respondents only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Programme-level movements of 0.1 are noise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Two-year programmes have no finalists in the NSS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Faculty of Health and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Overall satisfaction: 3.75 to 3.74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Assessment and Feedback: 3.74 to 3.7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Respondents: 253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Movement concentrated in Occupational Therapy and Somatic Wellbeing Enquiry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Department of Education: no finalists, no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What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Programme teams: look at your own line before acting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Faculties: do not write one plan for every programme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Everyone: the deep dives are in Planning and Insight, Reports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Ask us before quoting a programme-level figure externally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Faculty deep dives by 17 October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Programme responses to Quality by 30 November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Institutional action plan to Senate, February 1053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 1052 Institutional Summary</dc:title>
  <dc:subject/>
  <dc:creator>Erra Measurine</dc:creator>
  <cp:keywords/>
  <dc:description>generated using python-pptx</dc:description>
  <cp:lastModifiedBy>Erra Measurine</cp:lastModifiedBy>
  <cp:revision>1</cp:revision>
  <dcterms:created xsi:type="dcterms:W3CDTF">2025-08-28T10:30:00Z</dcterms:created>
  <dcterms:modified xsi:type="dcterms:W3CDTF">2025-09-02T10:30:00Z</dcterms:modified>
  <cp:category/>
</cp:coreProperties>
</file>