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A1F2E"/>
                </a:solidFill>
                <a:latin typeface="Times New Roman"/>
              </a:defRPr>
            </a:pPr>
            <a:r>
              <a:t>[Presentation title]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333333"/>
                </a:solidFill>
                <a:latin typeface="Times New Roman"/>
              </a:defRPr>
            </a:pPr>
            <a:r>
              <a:t>School of Health and Pedagogy, Stonegrove College of the Vale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A1F2E"/>
                </a:solidFill>
                <a:latin typeface="Times New Roman"/>
              </a:defRPr>
            </a:pPr>
            <a:r>
              <a:t>[Section]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• [Point]</a:t>
            </a:r>
          </a:p>
          <a:p>
            <a:pPr lvl="1"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• [Point]</a:t>
            </a:r>
          </a:p>
          <a:p>
            <a:pPr lvl="1"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• [Point]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7A1F2E"/>
                </a:solidFill>
                <a:latin typeface="Times New Roman"/>
              </a:defRPr>
            </a:pPr>
            <a:r>
              <a:t>[Closing]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• Stonegrove College of the Vale</a:t>
            </a:r>
          </a:p>
          <a:p>
            <a:pPr lvl="1"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• School of Health and Pedagogy</a:t>
            </a:r>
          </a:p>
          <a:p>
            <a:pPr lvl="1"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• [Motto]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Faculty slide template</dc:title>
  <dc:subject/>
  <dc:creator>Brekka Anvildancer</dc:creator>
  <cp:keywords/>
  <dc:description>generated using python-pptx</dc:description>
  <cp:lastModifiedBy>Brekka Anvildancer</cp:lastModifiedBy>
  <cp:revision>1</cp:revision>
  <dcterms:created xsi:type="dcterms:W3CDTF">2021-02-01T10:30:00Z</dcterms:created>
  <dcterms:modified xsi:type="dcterms:W3CDTF">2021-02-01T10:30:00Z</dcterms:modified>
  <cp:category/>
</cp:coreProperties>
</file>