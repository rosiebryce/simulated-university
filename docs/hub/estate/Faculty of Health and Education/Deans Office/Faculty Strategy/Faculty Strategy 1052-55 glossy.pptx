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3CA6"/>
                </a:solidFill>
                <a:latin typeface="Comic Sans MS"/>
              </a:defRPr>
            </a:pPr>
            <a:r>
              <a:t>Faculty of Health &amp; Education Strategy 1052-55!!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0066CC"/>
                </a:solidFill>
                <a:latin typeface="Jokerman"/>
              </a:defRPr>
            </a:pPr>
            <a:r>
              <a:t>Made to look nice by Jaskel. The Dean said "make it sing".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Impact"/>
              </a:defRPr>
            </a:pPr>
            <a:r>
              <a:t>Our Purpose!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Segoe Script"/>
              </a:defRPr>
            </a:pPr>
            <a:r>
              <a:t>• We educate the people who CARE for, TEACH and SUPPORT others!</a:t>
            </a:r>
          </a:p>
          <a:p>
            <a:pPr lvl="1">
              <a:defRPr sz="1800">
                <a:solidFill>
                  <a:srgbClr val="0066CC"/>
                </a:solidFill>
                <a:latin typeface="Curlz MT"/>
              </a:defRPr>
            </a:pPr>
            <a:r>
              <a:t>• Nurses! Midwives! Therapists! Pharmacists! Social workers! Teachers! Mentors!</a:t>
            </a:r>
          </a:p>
          <a:p>
            <a:pPr lvl="1">
              <a:defRPr sz="1800">
                <a:solidFill>
                  <a:srgbClr val="0066CC"/>
                </a:solidFill>
                <a:latin typeface="Curlz MT"/>
              </a:defRPr>
            </a:pPr>
            <a:r>
              <a:t>• Work that matters on day one!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Papyrus"/>
              </a:defRPr>
            </a:pPr>
            <a:r>
              <a:t>Where We 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Jokerman"/>
              </a:defRPr>
            </a:pPr>
            <a:r>
              <a:t>• 2729 students!! 12 programmes!! 2 departments!!</a:t>
            </a:r>
          </a:p>
          <a:p>
            <a:pPr lvl="1">
              <a:defRPr sz="1800">
                <a:solidFill>
                  <a:srgbClr val="0066CC"/>
                </a:solidFill>
                <a:latin typeface="Segoe Script"/>
              </a:defRPr>
            </a:pPr>
            <a:r>
              <a:t>• 30 placement providers (our most valuable asset)</a:t>
            </a:r>
          </a:p>
          <a:p>
            <a:pPr lvl="1">
              <a:defRPr sz="1800">
                <a:solidFill>
                  <a:srgbClr val="0066CC"/>
                </a:solidFill>
                <a:latin typeface="Comic Sans MS"/>
              </a:defRPr>
            </a:pPr>
            <a:r>
              <a:t>• Three things we don't like (see next slide, it's a bit of a downer)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Curlz MT"/>
              </a:defRPr>
            </a:pPr>
            <a:r>
              <a:t>The Three Things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Papyrus"/>
              </a:defRPr>
            </a:pPr>
            <a:r>
              <a:t>• Awarding gap: 18.9 percentage points (we can fix this!!)</a:t>
            </a:r>
          </a:p>
          <a:p>
            <a:pPr lvl="1">
              <a:defRPr sz="1800">
                <a:solidFill>
                  <a:srgbClr val="0066CC"/>
                </a:solidFill>
                <a:latin typeface="Impact"/>
              </a:defRPr>
            </a:pPr>
            <a:r>
              <a:t>• Year 2 assessment: too much, too slow</a:t>
            </a:r>
          </a:p>
          <a:p>
            <a:pPr lvl="1">
              <a:defRPr sz="1800">
                <a:solidFill>
                  <a:srgbClr val="0066CC"/>
                </a:solidFill>
                <a:latin typeface="Segoe Script"/>
              </a:defRPr>
            </a:pPr>
            <a:r>
              <a:t>• Admin runs on heroes not systems (Halden we love you)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Jokerman"/>
              </a:defRPr>
            </a:pPr>
            <a:r>
              <a:t>AIM 1: Close the gap where it starts!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Curlz MT"/>
              </a:defRPr>
            </a:pPr>
            <a:r>
              <a:t>• First year first year first year</a:t>
            </a:r>
          </a:p>
          <a:p>
            <a:pPr lvl="1">
              <a:defRPr sz="1800">
                <a:solidFill>
                  <a:srgbClr val="0066CC"/>
                </a:solidFill>
                <a:latin typeface="Comic Sans MS"/>
              </a:defRPr>
            </a:pPr>
            <a:r>
              <a:t>• Engagement, support, early feedback</a:t>
            </a:r>
          </a:p>
          <a:p>
            <a:pPr lvl="1">
              <a:defRPr sz="1800">
                <a:solidFill>
                  <a:srgbClr val="0066CC"/>
                </a:solidFill>
                <a:latin typeface="Curlz MT"/>
              </a:defRPr>
            </a:pPr>
            <a:r>
              <a:t>• Ask Planning before scaling (Quorin made me put this in)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Segoe Script"/>
              </a:defRPr>
            </a:pPr>
            <a:r>
              <a:t>AIM 2: Assess less, feed back faster!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Comic Sans MS"/>
              </a:defRPr>
            </a:pPr>
            <a:r>
              <a:t>• Review Year 2 assessment load by 1053-54</a:t>
            </a:r>
          </a:p>
          <a:p>
            <a:pPr lvl="1">
              <a:defRPr sz="1800">
                <a:solidFill>
                  <a:srgbClr val="0066CC"/>
                </a:solidFill>
                <a:latin typeface="Segoe Script"/>
              </a:defRPr>
            </a:pPr>
            <a:r>
              <a:t>• 15 working days for feedback. Measured!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Comic Sans MS"/>
              </a:defRPr>
            </a:pPr>
            <a:r>
              <a:t>AIM 3: Build the systems the people deserve!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Impact"/>
              </a:defRPr>
            </a:pPr>
            <a:r>
              <a:t>• Placements first</a:t>
            </a:r>
          </a:p>
          <a:p>
            <a:pPr lvl="1">
              <a:defRPr sz="1800">
                <a:solidFill>
                  <a:srgbClr val="0066CC"/>
                </a:solidFill>
                <a:latin typeface="Jokerman"/>
              </a:defRPr>
            </a:pPr>
            <a:r>
              <a:t>• Then records, then mandatory training</a:t>
            </a:r>
          </a:p>
          <a:p>
            <a:pPr lvl="1">
              <a:defRPr sz="1800">
                <a:solidFill>
                  <a:srgbClr val="0066CC"/>
                </a:solidFill>
                <a:latin typeface="Impact"/>
              </a:defRPr>
            </a:pPr>
            <a:r>
              <a:t>• By 1054-55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Impact"/>
              </a:defRPr>
            </a:pPr>
            <a:r>
              <a:t>AIM 4: One Faculty!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Segoe Script"/>
              </a:defRPr>
            </a:pPr>
            <a:r>
              <a:t>• One name, one set of templates, one way of doing things</a:t>
            </a:r>
          </a:p>
          <a:p>
            <a:pPr lvl="1">
              <a:defRPr sz="1800">
                <a:solidFill>
                  <a:srgbClr val="0066CC"/>
                </a:solidFill>
                <a:latin typeface="Impact"/>
              </a:defRPr>
            </a:pPr>
            <a:r>
              <a:t>• (I have used the proper logo on this slide, see, it is there, bottom right, next to the tree)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Papyrus"/>
              </a:defRPr>
            </a:pPr>
            <a:r>
              <a:t>How We Will Know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Curlz MT"/>
              </a:defRPr>
            </a:pPr>
            <a:r>
              <a:t>• Annual report to FMG every October</a:t>
            </a:r>
          </a:p>
          <a:p>
            <a:pPr lvl="1">
              <a:defRPr sz="1800">
                <a:solidFill>
                  <a:srgbClr val="0066CC"/>
                </a:solidFill>
                <a:latin typeface="Papyrus"/>
              </a:defRPr>
            </a:pPr>
            <a:r>
              <a:t>• Figures from Planning and Insight</a:t>
            </a:r>
          </a:p>
          <a:p>
            <a:pPr lvl="1">
              <a:defRPr sz="1800">
                <a:solidFill>
                  <a:srgbClr val="0066CC"/>
                </a:solidFill>
                <a:latin typeface="Impact"/>
              </a:defRPr>
            </a:pPr>
            <a:r>
              <a:t>• Smiles from students (not measured but should be!)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Curlz MT"/>
              </a:defRPr>
            </a:pPr>
            <a:r>
              <a:t>Thank You!!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Curlz MT"/>
              </a:defRPr>
            </a:pPr>
            <a:r>
              <a:t>• Questions to the Dean</a:t>
            </a:r>
          </a:p>
          <a:p>
            <a:pPr lvl="1">
              <a:defRPr sz="1800">
                <a:solidFill>
                  <a:srgbClr val="0066CC"/>
                </a:solidFill>
                <a:latin typeface="Impact"/>
              </a:defRPr>
            </a:pPr>
            <a:r>
              <a:t>• Design questions to Jaskel (I made a thing)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Faculty Strategy 1052-55 glossy</dc:title>
  <dc:subject/>
  <dc:creator>Jaskel Doodlehook</dc:creator>
  <cp:keywords/>
  <dc:description>generated using python-pptx</dc:description>
  <cp:lastModifiedBy>Jaskel Doodlehook</cp:lastModifiedBy>
  <cp:revision>1</cp:revision>
  <dcterms:created xsi:type="dcterms:W3CDTF">2025-10-05T10:30:00Z</dcterms:created>
  <dcterms:modified xsi:type="dcterms:W3CDTF">2025-10-09T10:30:00Z</dcterms:modified>
  <cp:category/>
</cp:coreProperties>
</file>