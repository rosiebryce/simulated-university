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Faculty of Health &amp; Education Strategy 1052-55!!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Jokerman"/>
              </a:defRPr>
            </a:pPr>
            <a:r>
              <a:t>Made to look nice by Jaskel. The Dean said "make it sing".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Our Purpose!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We educate the people who CARE for, TEACH and SUPPORT others!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Nurses! Midwives! Therapists! Pharmacists! Social workers! Teachers! Mentors!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Work that matters on day one!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3366 students!! 12 programmes!! 2 departments!!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30 placement providers (our most valuable asset)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Three things we don't like (see next slide, it's a bit of a downer)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The Three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Awarding gap: 21.5 percentage points (we can fix this!!)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Year 2 assessment: too much, too slow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Admin runs on heroes not systems (Halden we love you)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AIM 1: Close the gap where it starts!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First year first year first year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Engagement, support, early feedback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Ask Planning before scaling (Quorin made me put this 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AIM 2: Assess less, feed back faster!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Review Year 2 assessment load by 1053-54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15 working days for feedback. Measured!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AIM 3: Build the systems the people deserve!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Placements first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Then records, then mandatory training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By 1054-55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AIM 4: One Faculty!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One name, one set of templates, one way of doing things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(I have used the proper logo on this slide, see, it is there, bottom right, next to the 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How We Will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Annual report to FMG every October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Figures from Planning and Insight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Smiles from students (not measured but should be!)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Thank You!!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Questions to the Dean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Design questions to Jaskel (I made a thing)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Strategy 1052-55 glossy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2025-10-05T10:30:00Z</dcterms:created>
  <dcterms:modified xsi:type="dcterms:W3CDTF">2025-10-09T10:30:00Z</dcterms:modified>
  <cp:category/>
</cp:coreProperties>
</file>