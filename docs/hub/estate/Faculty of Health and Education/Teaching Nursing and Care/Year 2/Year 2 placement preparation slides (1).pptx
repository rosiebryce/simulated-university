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2E"/>
                </a:solidFill>
                <a:latin typeface="Georgia"/>
              </a:defRPr>
            </a:pPr>
            <a:r>
              <a:t>Year 2 placements: what you need to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E2E42"/>
                </a:solidFill>
                <a:latin typeface="Arial"/>
              </a:defRPr>
            </a:pPr>
            <a:r>
              <a:t>Halden Bridgeglen, Placements Coordinator. Semester 2 briefing, January 1053.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How allocation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 have a spreadsheet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It has every provider, every place, every one of you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 match: your pathway, what you did in Year 1, where you live, what providers have said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You get an email from me with your placement, your mentor's name if I have it, and the start date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Two weeks before. I try. Sometimes it is ten days. Sorry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What providers need from you before day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Occupational health cleared (check the portal)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Mandatory training done (they check, I promise)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Some want a phone call the week before. The profile says which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Brinestep: travel bursary form in to Hesta by week 1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Cragburrow: underground safety briefing, book through 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What to do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You are ill: ring the placement area before your shift, then email Hesta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Your mentor is not there: ask for the nurse in charge, then email me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You see something wrong: tell your mentor. If it is your mentor, ring me. 07700 900415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You cannot get there: ring me. We will sort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Things that went wrong last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turned up to the wrong site (two sites, same name). Check the profile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did not have clearance and was sent home. Check the portal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swapped with a friend. Both placements cancelled. Do not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photographed a drug chart to "study later". Fitness to practise referral. Do not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Adjustments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If you have an adjustments summary, Student Wellbeing will have sent it to your module leader and I will have it for your mentor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If you think you should have one and do not, talk to Student Wellbeing now, not in week 3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Adjusted shifts are agreed through me and Wellbeing before you start, not with your mentor on the 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Contacts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Me: halden.bridgeglen@stonegrove.ac.example, 4150, 07700 900415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Hesta Gracestone (admin, forms, everything): 4151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Dagna Chiselhand (module leader): 4120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Student Wellbeing: 2300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2E"/>
                </a:solidFill>
                <a:latin typeface="Georgia"/>
              </a:defRPr>
            </a:pPr>
            <a:r>
              <a:t>One more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I am on leave from 19 May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Hesta and Liora will be covering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Everything will be written down by then</a:t>
            </a:r>
          </a:p>
          <a:p>
            <a:pPr lvl="1">
              <a:defRPr sz="1800">
                <a:solidFill>
                  <a:srgbClr val="2E2E42"/>
                </a:solidFill>
                <a:latin typeface="Arial"/>
              </a:defRPr>
            </a:pPr>
            <a:r>
              <a:t>• Probably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2 placement preparation slides</dc:title>
  <dc:subject/>
  <dc:creator>Halden Bridgeglen</dc:creator>
  <cp:keywords/>
  <dc:description>generated using python-pptx</dc:description>
  <cp:lastModifiedBy>Halden Bridgeglen</cp:lastModifiedBy>
  <cp:revision>1</cp:revision>
  <dcterms:created xsi:type="dcterms:W3CDTF">2025-09-20T10:30:00Z</dcterms:created>
  <dcterms:modified xsi:type="dcterms:W3CDTF">2026-01-27T10:30:00Z</dcterms:modified>
  <cp:category/>
</cp:coreProperties>
</file>