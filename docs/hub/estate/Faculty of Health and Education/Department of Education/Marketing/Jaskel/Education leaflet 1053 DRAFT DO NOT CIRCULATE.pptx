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Come and study EDUCATION at Stonegrove!!!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Impact"/>
              </a:defRPr>
            </a:pPr>
            <a:r>
              <a:t>The Department of Education (look for the pencil tree!)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Why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Because teachers change lives!!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Because mentors change lives!!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Because learning never stops!!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Because our students SMILE (ask them!)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Our programmes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Education Studies (2 years!)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Educational Mentorship (2 years!)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Intergenerational Learning (2 years!)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All with placements in real schools and communities!!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What our students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"The staff actually know my name" (Year 2 student)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"Jaskel's workshops are the best thing about Tuesdays" (another Year 2 student)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"I came for the course and stayed for the pencil tree" (we did not make this 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Find us!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Open Day: Saturday 14 June 1053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Look for the PENCIL TREE on the Cloister Lawn!!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Email: education@stonegrove.ac.example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Stonegrove University (the proper logo is on the back, Rhialla, promise)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leaflet 1053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2026-02-14T10:30:00Z</dcterms:created>
  <dcterms:modified xsi:type="dcterms:W3CDTF">2026-03-18T10:30:00Z</dcterms:modified>
  <cp:category/>
</cp:coreProperties>
</file>