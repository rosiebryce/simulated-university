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Welcome to EDUCATION at Stonegrove!!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Jokerman"/>
              </a:defRPr>
            </a:pPr>
            <a:r>
              <a:t>Open Day, Saturday 14 June 1053. Jaskel Doodlehook, Senior Lecturer. Look for the pencil tree!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Three programmes, one department, one tree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Staff who know your name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Students who smile (ask them!)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Education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Two years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How people learn, how schools shape that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Placements both years!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Educational Mentorship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Two years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One to one and small group support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Supervised mentoring placement in Year 2!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Intergenerational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Two years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Older and younger people learning together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The only one of its kind in the Vale!!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A typical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Two workshops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seminar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placement day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Zero boring lectures (almost)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Our placements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Schools!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Community projects!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Elder care centres!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Real settings, real learners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Essays, portfolios, presentations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Feedback within 15 working days (we promise, it is measured now!)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Three things done well, three things to do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Feedback workshops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Fortnightly from February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Bring your marked work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Leave knowing what to do next!!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Our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Dr Saelith Emberthorn, Head of Department (passionate!)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Jaskel Doodlehook (me!)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Fourteen others, all lovely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Where you will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The Cloister Block, first floor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The Oration Chamber for big sessions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The outdoor classroom when it is not 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What students say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'The staff actually know my name'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'I came for the course and stayed for the pencil tree'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What students say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'Jaskel's workshops are the best thing about Tuesdays'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'Feedback used to be slow. It is getting better.' (honest!)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Entry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Standard University requirements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Contextual offers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Interview for Mentorship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First in your family? Many of us were!!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Personal tutor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Student Wellbeing (extension 2300)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Programme Support Team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Us!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After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Teacher training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Schools (non-teaching roles)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Community education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Youth work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Further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The pencil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Our friendly tree!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Made of pencils!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Find it on the Cloister Lawn today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(Communications are aware)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Our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Learning is something people do together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Everyone can learn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Nobody learns when they are frightened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Year 1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Foundations of Learning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Child and Adolescent Development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Education and Society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Placement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Year 2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Pedagogy in Practice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Inclusion and Difference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Research for Educators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Placement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Mentorship specialism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Mentoring Theory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The Mentoring Relationship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Supervised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Intergenerational specialism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Ageing and Learning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Designing Shared Settings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Community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A day on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Arrive 08:30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Shadow, support, observe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Reflect (we make you, it works)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Home by 16:00!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Student stories: Ilyen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Rowan elf, first generation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Education Studies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Now a teaching assistant in Ashen Reach!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Student stories: Brann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Flint dwarf, mature student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Mentorship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Now mentoring apprentices at the Forge!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Fees and 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See the main University stand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Bursaries for first generation students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Travel bursaries for distant placements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Accommodation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See the main University stand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(I do not know about accommodation, sorry!)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Open day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10:00 Welcome (this!)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11:00 Taster workshop: how do you learn?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12:00 Meet the students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14:00 Campus tour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Taster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Room C1.04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45 minutes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Bring a pencil (there is a theme)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Meet the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Cloister Lawn, by the tree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Ask them anything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Especially about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Questions we always get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Can I work part time? Yes, most do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Is there an exam? Some, not many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Do I need to drive?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Questions we always get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What is the difference between the programmes? Come to the workshop!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Will I get a job? Our graduates do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Is Jaskel always like this? Yes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How to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Through the usual route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Deadline January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Interviews for Mentorship in February and March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What we are working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Faster feedback (measured!)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Protected marking weeks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 feedback template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More trees (joke) (mostly)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Our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You will be known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You will know what to do next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You will not be frightened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education@stonegrove.ac.example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Extension 4200 (Saelith) or 4215 (me!)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Stonegrove University (proper logo on the next slide, Rhialla)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Stonegrove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Set at the meeting of forest and mountain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Elves and Dwarves learning together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One University (and one small tree)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Thank you!!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Enjoy the day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Find the tree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Smile at a student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Jaskel x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Bonus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 had space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Here is a pencil fact: the average pencil can draw a line 35 miles long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Probably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Another bonus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The tree has 14 pencils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for each clan!!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(Communications are still aware)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Really the last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Thank you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Yes, really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Jaskel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Appendix: the tree,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Trunk: the department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Pencils: the programmes and the clans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Leaves: you!!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Day Education deck</dc:title>
  <dc:subject/>
  <dc:creator>Jaskel Doodlehook</dc:creator>
  <cp:keywords/>
  <dc:description>generated using python-pptx</dc:description>
  <cp:lastModifiedBy>Jaskel Doodlehook</cp:lastModifiedBy>
  <cp:revision>1</cp:revision>
  <dcterms:created xsi:type="dcterms:W3CDTF">2026-03-01T10:30:00Z</dcterms:created>
  <dcterms:modified xsi:type="dcterms:W3CDTF">2026-04-09T10:30:00Z</dcterms:modified>
  <cp:category/>
</cp:coreProperties>
</file>