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Information governance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Staff training, spring 1053. Information Governance and Digital Services. 45 minutes.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Three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Public: anyone may see it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Internal: staff, for work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Confidential: named people who need it, and nobody else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If it names a person and says something about them, it is Confidential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No label means Internal, not nothing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Where things go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The right document to the wrong list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copy "for the file" in a folder everyone can open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tracker that grew columns it never needed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migrated drive nobody has looked at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real case used as the example in a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Exercise one: the confident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have read the two-page paper in your pack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Here is a summary of it produced by the institutional assistant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Find the four things that are wrong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Two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it got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figure doubled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An action given to the wrong person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date one month out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caveat dropped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It read well. That is the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The AI policy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Public: any tool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Internal: Cloudi only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Confidential: no tool, no exception without a DPIA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are responsible for the output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Check names, dates, figures, quotations, attribution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Say when you used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Cloudi can and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The label on a document opened through the add-in: yes, and it will refuse Confidential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The content of a document to work out its classification: no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Text you paste into the chat: no label, no check, your judgement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Misdirected email: the first hour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Stop: do not send anything else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Recall, and assume it failed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Ring 2010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Do not investigate first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An honest mistake reported promptly is a learning matter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Containment is not finished when the email is deleted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Ask where copies went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Go and look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Verify removal yourself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INC-0031: closed on a colleague's "done"; the file was still there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Keeping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Name files so a stranger can tell what they are: date, topic, version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One current version; superseded versions in Superseded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Retention schedule: when it is due, destroy it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Email is not a filing 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Where to find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Governance and Secretariat, Policies and Procedures, Current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Data Classification Scheme; AI Acceptable Use Policy; Can I use AI for this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Extension 2010 for anything at 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Information governance essentials 1053</dc:title>
  <dc:subject/>
  <dc:creator>Elenna Dewscroll</dc:creator>
  <cp:keywords/>
  <dc:description>generated using python-pptx</dc:description>
  <cp:lastModifiedBy>Elenna Dewscroll</cp:lastModifiedBy>
  <cp:revision>1</cp:revision>
  <dcterms:created xsi:type="dcterms:W3CDTF">2026-02-20T10:30:00Z</dcterms:created>
  <dcterms:modified xsi:type="dcterms:W3CDTF">2026-03-12T10:30:00Z</dcterms:modified>
  <cp:category/>
</cp:coreProperties>
</file>