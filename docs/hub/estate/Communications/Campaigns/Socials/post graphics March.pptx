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3CA6"/>
                </a:solidFill>
                <a:latin typeface="Comic Sans MS"/>
              </a:defRPr>
            </a:pPr>
            <a:r>
              <a:t>gradient_lawn_01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Papyrus"/>
              </a:defRPr>
            </a:pPr>
            <a:r>
              <a:t>• Spring on the Cloister Lawn!!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(gradient: green to gold, logo top left on the gradient)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photo_nursing_lab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Meet Grinna's year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(photo, logo bottom right directly on photo, no panel)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coral_bg_offer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Offer Holder Day 22 March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(solid coral background, navy text)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urlz MT"/>
              </a:defRPr>
            </a:pPr>
            <a:r>
              <a:t>photo_forge_panel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Forge Friday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(photo, navy panel bottom with logo: APPROVED)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Jokerman"/>
              </a:defRPr>
            </a:pPr>
            <a:r>
              <a:t>gradient_ot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Curlz MT"/>
              </a:defRPr>
            </a:pPr>
            <a:r>
              <a:t>• Revalidation season!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(gradient: coral to parchment)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Segoe Script"/>
              </a:defRPr>
            </a:pPr>
            <a:r>
              <a:t>photo_pencil_tree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Pencil tree on the Lawn</a:t>
            </a:r>
          </a:p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(photo of Jaskel's tree sign)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Comic Sans MS"/>
              </a:defRPr>
            </a:pPr>
            <a:r>
              <a:t>plain_navy_card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Open Day 14 June. Save the date.</a:t>
            </a:r>
          </a:p>
          <a:p>
            <a:pPr lvl="1">
              <a:defRPr sz="1800">
                <a:solidFill>
                  <a:srgbClr val="0066CC"/>
                </a:solidFill>
                <a:latin typeface="Segoe Script"/>
              </a:defRPr>
            </a:pPr>
            <a:r>
              <a:t>• (navy card, gold rule, white text: APPROVED)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Impact"/>
              </a:defRPr>
            </a:pPr>
            <a:r>
              <a:t>coral_bg_text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Our awarding gap work</a:t>
            </a:r>
          </a:p>
          <a:p>
            <a:pPr lvl="1">
              <a:defRPr sz="1800">
                <a:solidFill>
                  <a:srgbClr val="0066CC"/>
                </a:solidFill>
                <a:latin typeface="Comic Sans MS"/>
              </a:defRPr>
            </a:pPr>
            <a:r>
              <a:t>• (coral background, three paragraphs of text)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B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3CA6"/>
                </a:solidFill>
                <a:latin typeface="Papyrus"/>
              </a:defRPr>
            </a:pPr>
            <a:r>
              <a:t>gradient_april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defRPr sz="1800">
                <a:solidFill>
                  <a:srgbClr val="0066CC"/>
                </a:solidFill>
                <a:latin typeface="Impact"/>
              </a:defRPr>
            </a:pPr>
            <a:r>
              <a:t>• April's coming</a:t>
            </a:r>
          </a:p>
          <a:p>
            <a:pPr lvl="1">
              <a:defRPr sz="1800">
                <a:solidFill>
                  <a:srgbClr val="0066CC"/>
                </a:solidFill>
                <a:latin typeface="Jokerman"/>
              </a:defRPr>
            </a:pPr>
            <a:r>
              <a:t>• (gradient: navy to green, old hashtag baked into the image)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332720" y="5394960"/>
            <a:ext cx="1463040" cy="1097280"/>
          </a:xfrm>
          <a:prstGeom prst="rect">
            <a:avLst/>
          </a:prstGeom>
          <a:solidFill>
            <a:srgbClr val="33CC3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pencil tree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 graphics March</dc:title>
  <dc:subject/>
  <dc:creator>Javin Brickrelay</dc:creator>
  <cp:keywords/>
  <dc:description>generated using python-pptx</dc:description>
  <cp:lastModifiedBy>Javin Brickrelay</cp:lastModifiedBy>
  <cp:revision>1</cp:revision>
  <dcterms:created xsi:type="dcterms:W3CDTF">2026-02-26T10:30:00Z</dcterms:created>
  <dcterms:modified xsi:type="dcterms:W3CDTF">2026-03-04T10:30:00Z</dcterms:modified>
  <cp:category/>
</cp:coreProperties>
</file>