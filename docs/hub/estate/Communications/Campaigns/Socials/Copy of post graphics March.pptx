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gradient_lawn_01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Spring on the Cloister Lawn!!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(gradient: green to gold, logo top left on the gradient)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photo_nursing_lab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Meet Grinna's year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(photo, logo bottom right directly on photo, no panel)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coral_bg_offer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Offer Holder Day 22 March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(solid coral background, navy 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photo_forge_panel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Forge Friday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(photo, navy panel bottom with logo: APPROVED)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gradient_ot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Revalidation season!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(gradient: coral to parchment)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photo_pencil_tree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Pencil tree on the Lawn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(photo of Jaskel's tree sign)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plain_navy_card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Open Day 14 June. Save the date.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(navy card, gold rule, white text: APPROVED)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coral_bg_text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Our awarding gap work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(coral background, three paragraphs of 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gradient_april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April's coming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(gradient: navy to green, old hashtag baked into the image)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graphics March</dc:title>
  <dc:subject/>
  <dc:creator>Javin Brickrelay</dc:creator>
  <cp:keywords/>
  <dc:description>generated using python-pptx</dc:description>
  <cp:lastModifiedBy>Javin Brickrelay</cp:lastModifiedBy>
  <cp:revision>1</cp:revision>
  <dcterms:created xsi:type="dcterms:W3CDTF">2026-02-26T10:30:00Z</dcterms:created>
  <dcterms:modified xsi:type="dcterms:W3CDTF">2026-03-04T10:30:00Z</dcterms:modified>
  <cp:category/>
</cp:coreProperties>
</file>