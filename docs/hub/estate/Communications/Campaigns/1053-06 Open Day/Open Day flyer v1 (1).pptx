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OPEN DAY!! Saturday 14 June 1053!!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Curlz MT"/>
              </a:defRPr>
            </a:pPr>
            <a:r>
              <a:t>Stonegrove College of the Vale. Where the forest meets the mountain!!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Come and see!!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12 faculties (check this - J)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Talks! Tours! Tasters!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Meet students! Meet staff! Meet the pencil tree!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Free lunch (check this too - J)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Register now!!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stonegrove.ac.example/openday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#CollegeOfTheVale #OpenDay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(gradient background, logo on gradient, coral text)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Day flyer v1</dc:title>
  <dc:subject/>
  <dc:creator>Javin Brickrelay</dc:creator>
  <cp:keywords/>
  <dc:description>generated using python-pptx</dc:description>
  <cp:lastModifiedBy>Javin Brickrelay</cp:lastModifiedBy>
  <cp:revision>1</cp:revision>
  <dcterms:created xsi:type="dcterms:W3CDTF">2026-03-20T10:30:00Z</dcterms:created>
  <dcterms:modified xsi:type="dcterms:W3CDTF">2026-03-20T10:30:00Z</dcterms:modified>
  <cp:category/>
</cp:coreProperties>
</file>