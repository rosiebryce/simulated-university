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2E"/>
                </a:solidFill>
                <a:latin typeface="Georgia"/>
              </a:defRPr>
            </a:pPr>
            <a:r>
              <a:t>Open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E2E42"/>
                </a:solidFill>
                <a:latin typeface="Arial"/>
              </a:defRPr>
            </a:pPr>
            <a:r>
              <a:t>Saturday 14 June 1053, 09:30 to 16:00. Stonegrove University.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Come and see where the forest meets the mountain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Talks from every faculty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Taster workshops and campus tours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Meet our students and staff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Admissions, funding and accommodation advice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stonegrove.ac.example/openday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#Stonegrove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(Parchment background, navy text, gold rule, logo bottom right in clear space. Playfair for the title, Source Sans for the rest. One typeface pair. No exclamation marks. S.)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Day flyer v2 on brand</dc:title>
  <dc:subject/>
  <dc:creator>Sorell Inkthread</dc:creator>
  <cp:keywords/>
  <dc:description>generated using python-pptx</dc:description>
  <cp:lastModifiedBy>Sorell Inkthread</cp:lastModifiedBy>
  <cp:revision>1</cp:revision>
  <dcterms:created xsi:type="dcterms:W3CDTF">2026-03-24T10:30:00Z</dcterms:created>
  <dcterms:modified xsi:type="dcterms:W3CDTF">2026-03-24T10:30:00Z</dcterms:modified>
  <cp:category/>
</cp:coreProperties>
</file>