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3CA6"/>
                </a:solidFill>
                <a:latin typeface="Comic Sans MS"/>
              </a:defRPr>
            </a:pPr>
            <a:r>
              <a:t>OPEN DAY!! Saturday 14 June 1053!!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0066CC"/>
                </a:solidFill>
                <a:latin typeface="Curlz MT"/>
              </a:defRPr>
            </a:pPr>
            <a:r>
              <a:t>Stonegrove College of the Vale. Where the forest meets the mountain!!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Impact"/>
              </a:defRPr>
            </a:pPr>
            <a:r>
              <a:t>Come and see!!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Curlz MT"/>
              </a:defRPr>
            </a:pPr>
            <a:r>
              <a:t>• 12 faculties (check this - J)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Talks! Tours! Tasters!</a:t>
            </a:r>
          </a:p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Meet students! Meet staff! Meet the pencil tree!</a:t>
            </a:r>
          </a:p>
          <a:p>
            <a:pPr lvl="1">
              <a:defRPr sz="1800">
                <a:solidFill>
                  <a:srgbClr val="0066CC"/>
                </a:solidFill>
                <a:latin typeface="Segoe Script"/>
              </a:defRPr>
            </a:pPr>
            <a:r>
              <a:t>• Free lunch (check this too - J)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3CA6"/>
                </a:solidFill>
                <a:latin typeface="Papyrus"/>
              </a:defRPr>
            </a:pPr>
            <a:r>
              <a:t>Register now!!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defRPr sz="1800">
                <a:solidFill>
                  <a:srgbClr val="0066CC"/>
                </a:solidFill>
                <a:latin typeface="Jokerman"/>
              </a:defRPr>
            </a:pPr>
            <a:r>
              <a:t>• stonegrove.ac.example/openday</a:t>
            </a:r>
          </a:p>
          <a:p>
            <a:pPr lvl="1">
              <a:defRPr sz="1800">
                <a:solidFill>
                  <a:srgbClr val="0066CC"/>
                </a:solidFill>
                <a:latin typeface="Impact"/>
              </a:defRPr>
            </a:pPr>
            <a:r>
              <a:t>• #CollegeOfTheVale #OpenDay</a:t>
            </a:r>
          </a:p>
          <a:p>
            <a:pPr lvl="1">
              <a:defRPr sz="1800">
                <a:solidFill>
                  <a:srgbClr val="0066CC"/>
                </a:solidFill>
                <a:latin typeface="Papyrus"/>
              </a:defRPr>
            </a:pPr>
            <a:r>
              <a:t>• (gradient background, logo on gradient, coral text)</a:t>
            </a:r>
          </a:p>
        </p:txBody>
      </p:sp>
      <p:sp>
        <p:nvSpPr>
          <p:cNvPr id="4" name="Rectangle 3"/>
          <p:cNvSpPr/>
          <p:nvPr/>
        </p:nvSpPr>
        <p:spPr>
          <a:xfrm>
            <a:off x="10332720" y="5394960"/>
            <a:ext cx="1463040" cy="1097280"/>
          </a:xfrm>
          <a:prstGeom prst="rect">
            <a:avLst/>
          </a:prstGeom>
          <a:solidFill>
            <a:srgbClr val="33CC3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pencil tree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Day flyer v1</dc:title>
  <dc:subject/>
  <dc:creator>Javin Brickrelay</dc:creator>
  <cp:keywords/>
  <dc:description>generated using python-pptx</dc:description>
  <cp:lastModifiedBy>Javin Brickrelay</cp:lastModifiedBy>
  <cp:revision>1</cp:revision>
  <dcterms:created xsi:type="dcterms:W3CDTF">2026-03-20T10:30:00Z</dcterms:created>
  <dcterms:modified xsi:type="dcterms:W3CDTF">2026-03-20T10:30:00Z</dcterms:modified>
  <cp:category/>
</cp:coreProperties>
</file>