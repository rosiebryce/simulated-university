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2E"/>
                </a:solidFill>
                <a:latin typeface="Georgia"/>
              </a:defRPr>
            </a:pPr>
            <a:r>
              <a:t>[Presentation title in sentence case]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E2E42"/>
                </a:solidFill>
                <a:latin typeface="Arial"/>
              </a:defRPr>
            </a:pPr>
            <a:r>
              <a:t>[Presenter]. [Occasion]. [Date].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[Section heading]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[One idea per slide]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[No more than five bullets]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[No more than twelve words a bullet]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[A slide with a figure]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[State the figure]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[State its source and date]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[Say what it means in one line]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[Closing slide]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[What you want the audience to do]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[Your name and extension]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Template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Delete this slide before use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Parchment background, Navy text, Gold rule: set by the template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Playfair Display for titles, Source Sans 3 for body: set by the template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Logo bottom right on every slide: set by the template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Do not add shapes, shadows, gradients, clip art or a second typeface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Version 2.1, September 1052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subject/>
  <dc:creator>Sorell Inkthread</dc:creator>
  <cp:keywords/>
  <dc:description>generated using python-pptx</dc:description>
  <cp:lastModifiedBy>Sorell Inkthread</cp:lastModifiedBy>
  <cp:revision>1</cp:revision>
  <dcterms:created xsi:type="dcterms:W3CDTF">2024-09-01T10:30:00Z</dcterms:created>
  <dcterms:modified xsi:type="dcterms:W3CDTF">2025-09-15T10:30:00Z</dcterms:modified>
  <cp:category/>
</cp:coreProperties>
</file>