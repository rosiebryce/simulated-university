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Placements: 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One slide per step. Attempt two. Sept 1052.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1: Ask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June: letter to all providers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Ask: how many, what pathway, what conditions, anything changed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Record replies in Providers tab (col E and F)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Chase non-repliers in September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2: Build the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list from the record system (Hesta exports it)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pathway, Year 1 placement, home area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Wellbeing flags (adjustments Y/N, nothing else)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student constraints from the form they fill in (hardly anyone fills it in)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3: Allocate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Match students to places (the jigsaw)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capacity tab (formulas broken, check by eye)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nobody's gone back to a Year 1 placement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adjustments against provider conditions (no nights etc)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4: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Email each provider: names and start dates only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Email each student: provider, mentor if known, start date, link to profile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Two weeks before. Aim.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5: Pre-start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OH cleared? (portal, or letter for Hollowpick)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Mandatory training done?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Provider extras done? (interview, briefing, boots, form, induction)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If no: chase student, delay start, tell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6: During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Weekly: any issues? (mentor, hours, conduct, wellbeing)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Log in Issues tab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Escalate: Dagna (conduct), Wellbeing (student), Nyssa (FtP)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7: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Hours confirmed by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Practice Assessment Record signed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Make-up hours arranged if needed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Thank-you email to provider (I always do this and it matters more than people think)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Back to step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0: When it all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Provider pulls out: ring Agda, then the list of providers with spare places (Capacity tab), then students in order of travel distance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without clearance: send home, chase OH, restart next week, tell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Swap: pull both, tell Dagna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This slide is the one that should be a whole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Placements process flowchart</dc:title>
  <dc:subject/>
  <dc:creator>Halden Bridgeglen</dc:creator>
  <cp:keywords/>
  <dc:description>generated using python-pptx</dc:description>
  <cp:lastModifiedBy>Halden Bridgeglen</cp:lastModifiedBy>
  <cp:revision>1</cp:revision>
  <dcterms:created xsi:type="dcterms:W3CDTF">2025-09-30T10:30:00Z</dcterms:created>
  <dcterms:modified xsi:type="dcterms:W3CDTF">2025-09-30T10:30:00Z</dcterms:modified>
  <cp:category/>
</cp:coreProperties>
</file>